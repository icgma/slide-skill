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2" r:id="rId23"/>
    <p:sldId id="271" r:id="rId22"/>
    <p:sldId id="270" r:id="rId21"/>
    <p:sldId id="269" r:id="rId20"/>
    <p:sldId id="268" r:id="rId19"/>
    <p:sldId id="267" r:id="rId18"/>
    <p:sldId id="266" r:id="rId17"/>
    <p:sldId id="265" r:id="rId16"/>
    <p:sldId id="264" r:id="rId15"/>
    <p:sldId id="263" r:id="rId14"/>
    <p:sldId id="262" r:id="rId13"/>
    <p:sldId id="261" r:id="rId12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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××大学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Microsoft YaHei"/>
                <a:ea typeface="Microsoft YaHei"/>
              </a:rPr>
              <a:t>基于 LSTM 的校园快递驿站取件量预测研究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5568"/>
                </a:solidFill>
                <a:latin typeface="Microsoft YaHei"/>
                <a:ea typeface="Microsoft YaHei"/>
              </a:rPr>
              <a:t>答辩人:王晓琳 | 指导教师:李建国 副教授 | 信息管理与信息系统专业 | 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58368"/>
            <a:ext cx="20116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784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研究背景与意义:校园驿站的排班难题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国内外研究现状:从统计模型到深度学习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研究内容与技术路线:数据、模型、实验三步走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实验结果与分析:精度、对比与误差来源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结论、创新点与展望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校园快递驿站取件量波动剧烈:开学周、双 11、雨雪天气都会造成排队高峰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驿站排班目前依赖站长经验,人力常年错配,学生高峰期平均排队 18 分钟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取件量提前一天可知,即可把兼职班次和货架空间提前调度到位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时间序列深度学习已在电力负荷、地铁客流预测中成熟落地,快递驿站场景尚缺系统研究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研究意义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理论意义:验证 LSTM 在中小规模、强周期、多突发事件序列上的适用边界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实践意义:为驿站提供可执行的次日取件量预测,直接支撑排班与货架规划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数据价值:沉淀一套可复用的校园驿站数据清洗与特征构建流程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推广价值:方法可迁移到食堂客流、图书馆座位等校园资源调度场景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Microsoft YaHei"/>
                <a:ea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恳请各位老师批评指正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致谢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感谢李建国老师两年来的悉心指导,感谢驿站站长提供数据支持。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恳请各位评审老师批评指正!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不足与展望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样本局限:数据来自单一高校 3 个驿站,跨校泛化能力有待验证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特征局限:尚未引入快递入库量、物流预报等先行指标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模型展望:计划对比 Transformer 时序结构,并探索多驿站联合建模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应用展望:与驿站管理系统对接,实现预测、排班、复盘闭环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主要创新点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场景创新:首个面向校园快递驿站的取件量预测系统性研究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特征创新:节假日、天气、促销事件与课表周期的联合编码方案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工程创新:从原始记录到次日预测报表的全流程自动化管道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构建了覆盖 22 个月、41.6 万条记录的校园驿站取件量数据集与特征体系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两层 LSTM 联合外部事件特征,测试集 R² 0.91,显著优于统计与机器学习基线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预测结果已支撑试点驿站排班:高峰日兼职班次提前一天确定,排队时长明显缓解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验证了深度时序模型在校园资源调度场景的工程可行性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预测误差分析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误差集中:全年误差最大的 5 天全部落在双 11、618 与开学周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天气影响:雨雪天取件量下降但次日回补,模型对回补幅度略有低估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站点差异:宿舍区驿站规律性强误差小,教学区驿站受课表扰动误差偏大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改进方向:引入快递入库量作为先行指标,可进一步压缩峰值日误差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基线模型评估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移动平均:R² 0.76,完全无法响应促销与节假日波动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ARIMA:R² 0.83,平稳周内规律拟合良好,峰值日系统性低估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GRU:R² 0.89,与 LSTM 接近,但高峰日误差波动更大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两层 LSTM:R² 0.91,在全部三个驿站上均为最优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整体预测性能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平均绝对误差相对基线下降 12.4%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测试集拟合优度 R² 0.91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平均绝对百分比误差仅 6.8%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促销峰值日预测误差 8.2%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实验环境与参数设置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参数 | 取值 | 说明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滑动窗口 | 14 天 | 覆盖两个完整星期周期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隐藏单元 | 128 | 验证集网格搜索选定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网络层数 | 2 层 LSTM | 加深无显著收益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Dropout | 0.2 | 抑制过拟合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优化器 | Adam(0.001) | 批大小 32,早停 15 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LSTM 预测模型设计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网络结构:两层 LSTM 堆叠,隐藏单元 128,后接全连接层输出次日取件量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输入设计:14 天滑动窗口,每天取件量与 12 维外部特征拼接输入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正则策略:层间 Dropout 0.2,早停轮数 15,防止小样本过拟合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损失函数:Huber Loss,对双 11 等极端峰值天更加稳健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训练配置:Adam 优化器,初始学习率 0.001,批大小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数据采集与预处理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数据来源:某高校 3 个菜鸟驿站,2023 年 9 月至 2025 年 6 月共 22 个月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数据规模:取件记录 41.6 万条,按日聚合后得到 1878 个站点日样本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清洗规则:剔除寒暑假闭站日与系统故障日,缺失日用同星期均值插补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特征工程:星期独热、节假日标记、天气等级、促销事件强度共 12 维特征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数据划分:前 18 个月训练,2 个月验证,最后 2 个月测试,严格按时间切分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研究内容与技术路线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1. 数据层:采集驿站取件记录,完成清洗、对齐与异常剔除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2. 特征层:构建星期、节假日、天气、促销事件四类外部特征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3. 模型层:搭建两层 LSTM 网络,以 14 天滑动窗口预测次日取件量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4. 评估层:与 ARIMA、GRU、移动平均基线对比,并做误差归因分析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5. 应用层:输出次日预测报表,支撑驿站排班决策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国内外研究现状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统计方法:ARIMA、Holt-Winters 长期主导快递量预测,擅长平稳序列但难以刻画突发峰值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机器学习:随机森林、XGBoost 引入外部特征后精度提升,但对时序依赖建模有限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深度学习:LSTM、GRU 在客流与负荷预测中表现稳定,逐步成为主流基线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研究缺口:面向校园驿站的公开研究少,缺少节假日与促销事件的联合建模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