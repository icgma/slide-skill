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××大学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Microsoft YaHei"/>
                <a:ea typeface="Microsoft YaHei"/>
              </a:rPr>
              <a:t>论文题目占位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A5568"/>
                </a:solidFill>
                <a:latin typeface="Microsoft YaHei"/>
                <a:ea typeface="Microsoft YaHei"/>
              </a:rPr>
              <a:t>答辩人：张三 | 指导教师：李四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658368"/>
            <a:ext cx="20116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48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784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01  研究背景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02  研究方法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03  实验结果</a:t>
            </a:r>
          </a:p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04  总结展望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点击输入章节标题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点击输入正文内容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点击输入章节标题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303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点击输入正文内容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Microsoft YaHei"/>
                <a:ea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A5568"/>
                </a:solidFill>
                <a:latin typeface="Microsoft YaHei"/>
                <a:ea typeface="Microsoft YaHei"/>
              </a:rPr>
              <a:t>恳请各位老师批评指正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